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1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6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97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01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3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6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6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31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21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76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857251"/>
            <a:ext cx="6600451" cy="2095499"/>
          </a:xfrm>
        </p:spPr>
        <p:txBody>
          <a:bodyPr>
            <a:normAutofit/>
          </a:bodyPr>
          <a:lstStyle/>
          <a:p>
            <a:r>
              <a:rPr dirty="0"/>
              <a:t>Nigeria</a:t>
            </a:r>
            <a:r>
              <a:rPr lang="en-US" dirty="0"/>
              <a:t>n</a:t>
            </a:r>
            <a:r>
              <a:rPr dirty="0"/>
              <a:t> Health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276726"/>
            <a:ext cx="6600451" cy="1276349"/>
          </a:xfrm>
        </p:spPr>
        <p:txBody>
          <a:bodyPr/>
          <a:lstStyle/>
          <a:p>
            <a:r>
              <a:rPr dirty="0" err="1"/>
              <a:t>Jadons</a:t>
            </a:r>
            <a:r>
              <a:rPr dirty="0"/>
              <a:t> Hub Power BI Mentorship Project</a:t>
            </a:r>
          </a:p>
          <a:p>
            <a:r>
              <a:rPr dirty="0"/>
              <a:t>Isaac Mbagwu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4041" y="624110"/>
            <a:ext cx="6589199" cy="128089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This project analyzes hospital patient disease records using Power BI.</a:t>
            </a:r>
          </a:p>
          <a:p>
            <a:pPr marL="457200" lvl="1" indent="0">
              <a:buNone/>
            </a:pPr>
            <a:r>
              <a:rPr dirty="0"/>
              <a:t>Goal: Extract actionable health insights from over 2,000 patient records.</a:t>
            </a:r>
          </a:p>
          <a:p>
            <a:pPr marL="457200" lvl="1" indent="0">
              <a:buNone/>
            </a:pPr>
            <a:r>
              <a:rPr dirty="0"/>
              <a:t>Focus Areas: Disease incidence, mortality rates, demographics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states with highest incidence of Malaria and Cholera.</a:t>
            </a:r>
          </a:p>
          <a:p>
            <a:pPr lvl="1"/>
            <a:r>
              <a:t>Determine state with highest Cholera mortality rate.</a:t>
            </a:r>
          </a:p>
          <a:p>
            <a:pPr lvl="1"/>
            <a:r>
              <a:t>Compare Rural vs Urban disease occurrence.</a:t>
            </a:r>
          </a:p>
          <a:p>
            <a:pPr lvl="1"/>
            <a:r>
              <a:t>Analyze mortality trends in 2010 and 2018.</a:t>
            </a:r>
          </a:p>
          <a:p>
            <a:pPr lvl="1"/>
            <a:r>
              <a:t>Identify peak year for Meningitis.</a:t>
            </a:r>
          </a:p>
          <a:p>
            <a:pPr lvl="1"/>
            <a:r>
              <a:t>Determine most affected age group for Diarrhoea.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2,247 reported patient cases.</a:t>
            </a:r>
          </a:p>
          <a:p>
            <a:pPr lvl="1"/>
            <a:r>
              <a:rPr dirty="0"/>
              <a:t>10 disease types.</a:t>
            </a:r>
          </a:p>
          <a:p>
            <a:pPr lvl="1"/>
            <a:r>
              <a:rPr dirty="0"/>
              <a:t>Key fields: State, Settlement, Disease, Age Group, Health Status, Report Year.</a:t>
            </a:r>
          </a:p>
          <a:p>
            <a:pPr lvl="1"/>
            <a:r>
              <a:rPr dirty="0"/>
              <a:t>Each row represents an individual patient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509245"/>
            <a:ext cx="6571343" cy="1049235"/>
          </a:xfrm>
        </p:spPr>
        <p:txBody>
          <a:bodyPr/>
          <a:lstStyle/>
          <a:p>
            <a:r>
              <a:rPr dirty="0"/>
              <a:t>Key Findings – Disease Incidence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89" y="1774041"/>
            <a:ext cx="6571343" cy="1670442"/>
          </a:xfrm>
        </p:spPr>
        <p:txBody>
          <a:bodyPr/>
          <a:lstStyle/>
          <a:p>
            <a:r>
              <a:rPr dirty="0"/>
              <a:t>Certain states show significantly higher Malaria and Cholera cases.</a:t>
            </a:r>
          </a:p>
          <a:p>
            <a:pPr lvl="1"/>
            <a:r>
              <a:rPr dirty="0"/>
              <a:t>Urban settlements report slightly higher total cases than rural areas.</a:t>
            </a:r>
          </a:p>
          <a:p>
            <a:pPr lvl="1"/>
            <a:r>
              <a:rPr dirty="0"/>
              <a:t>Disease distribution varies geographically across Nigeria.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B0431-12EA-46B4-A3A2-C89B213B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89" y="3444483"/>
            <a:ext cx="3547607" cy="2648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06A77-1F65-49D6-9FB6-E95FC2D1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3429000"/>
            <a:ext cx="3228975" cy="2648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 – Mortality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4"/>
            <a:ext cx="6571343" cy="1479942"/>
          </a:xfrm>
        </p:spPr>
        <p:txBody>
          <a:bodyPr/>
          <a:lstStyle/>
          <a:p>
            <a:r>
              <a:rPr dirty="0"/>
              <a:t>Some states record very high Cholera mortality rates.</a:t>
            </a:r>
          </a:p>
          <a:p>
            <a:pPr lvl="1"/>
            <a:r>
              <a:rPr dirty="0"/>
              <a:t>Mortality rates differ significantly across diseases.</a:t>
            </a:r>
          </a:p>
          <a:p>
            <a:pPr lvl="1"/>
            <a:r>
              <a:rPr dirty="0"/>
              <a:t>Comparison between 2010 and 2018 shows noticeable shifts in fatality patterns.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36901-6DA0-444D-BCFB-DB6FFAD3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448221"/>
            <a:ext cx="3529012" cy="2605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78312-9AB1-42B8-997F-D1B48F393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3" y="3428999"/>
            <a:ext cx="3399972" cy="2605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Meningitis Trend Analysis (2009–2018)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1413267"/>
          </a:xfrm>
        </p:spPr>
        <p:txBody>
          <a:bodyPr/>
          <a:lstStyle/>
          <a:p>
            <a:r>
              <a:t>Meningitis cases peaked in 2015.</a:t>
            </a:r>
          </a:p>
          <a:p>
            <a:pPr lvl="1"/>
            <a:r>
              <a:t>Incidence fluctuates year-over-year.</a:t>
            </a:r>
          </a:p>
          <a:p>
            <a:pPr lvl="1"/>
            <a:r>
              <a:t>Trend analysis helps identify outbreak patterns.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A724E-A332-40A2-B6E4-F50E38ADF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49" y="3429000"/>
            <a:ext cx="4410075" cy="2390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Analysis – Diarrhoea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1413267"/>
          </a:xfrm>
        </p:spPr>
        <p:txBody>
          <a:bodyPr/>
          <a:lstStyle/>
          <a:p>
            <a:r>
              <a:rPr dirty="0"/>
              <a:t>Young adults appear most affected.</a:t>
            </a:r>
          </a:p>
          <a:p>
            <a:pPr lvl="1"/>
            <a:r>
              <a:rPr dirty="0"/>
              <a:t>Disease burden varies by demographic group.</a:t>
            </a:r>
          </a:p>
          <a:p>
            <a:pPr lvl="1"/>
            <a:r>
              <a:rPr dirty="0"/>
              <a:t>Targeted awareness programs are recommended.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90B08-A8D9-4B4E-81F6-66A08FF79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4" y="3390953"/>
            <a:ext cx="4410075" cy="2443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709270"/>
            <a:ext cx="6571343" cy="1049235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2031163"/>
            <a:ext cx="6571343" cy="2080017"/>
          </a:xfrm>
        </p:spPr>
        <p:txBody>
          <a:bodyPr/>
          <a:lstStyle/>
          <a:p>
            <a:r>
              <a:rPr dirty="0"/>
              <a:t>Strengthen Cholera intervention programs in high-mortality states.</a:t>
            </a:r>
          </a:p>
          <a:p>
            <a:pPr lvl="1"/>
            <a:r>
              <a:rPr dirty="0"/>
              <a:t>Increase public health awareness for vulnerable age groups.</a:t>
            </a:r>
          </a:p>
          <a:p>
            <a:pPr lvl="1"/>
            <a:r>
              <a:rPr dirty="0"/>
              <a:t>Enhance disease surveillance systems.</a:t>
            </a:r>
          </a:p>
          <a:p>
            <a:pPr lvl="1"/>
            <a:r>
              <a:rPr dirty="0"/>
              <a:t>Improve resource allocation during peak outbreak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 can improve healthcare response.</a:t>
            </a:r>
          </a:p>
          <a:p>
            <a:pPr lvl="1"/>
            <a:r>
              <a:t>This dashboard supports evidence-based decision making.</a:t>
            </a:r>
          </a:p>
          <a:p>
            <a:pPr lvl="1"/>
            <a:r>
              <a:t>Power BI enables clear, interactive public health storytelling.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291</TotalTime>
  <Words>306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Nigerian Health Data Analysis</vt:lpstr>
      <vt:lpstr>Project Overview</vt:lpstr>
      <vt:lpstr>Project Objectives</vt:lpstr>
      <vt:lpstr>Dataset Overview</vt:lpstr>
      <vt:lpstr>Key Findings – Disease Incidence</vt:lpstr>
      <vt:lpstr>Key Findings – Mortality Rates</vt:lpstr>
      <vt:lpstr>Meningitis Trend Analysis (2009–2018)</vt:lpstr>
      <vt:lpstr>Age Group Analysis – Diarrhoea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Nigerian Health Data Analysis</dc:title>
  <dc:subject/>
  <dc:creator>Isaac Mbagwu</dc:creator>
  <cp:keywords/>
  <dc:description>generated using python-pptx</dc:description>
  <cp:lastModifiedBy>Isaac Mbagwu</cp:lastModifiedBy>
  <cp:revision>2</cp:revision>
  <dcterms:created xsi:type="dcterms:W3CDTF">2013-01-27T09:14:16Z</dcterms:created>
  <dcterms:modified xsi:type="dcterms:W3CDTF">2026-02-27T10:10:01Z</dcterms:modified>
  <cp:category/>
</cp:coreProperties>
</file>